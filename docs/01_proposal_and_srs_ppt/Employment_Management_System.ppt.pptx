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82880"/>
            <a:ext cx="3200400" cy="32004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MANAGEMENT SYSTEM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PHP · MySQL Web Application for Departments, Positions, Employees &amp; Reporting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886200"/>
            <a:ext cx="146304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|  Course / Module  | 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126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44506B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5532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Employment Management System?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that centralizes how an organization records and manages its workforce data — departments, job positions, employee records, and user access — replacing manual, paper-based or spreadsheet-based tracking.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508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employee, department &amp; position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40880" y="2423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record-keeping errors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3291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foundation for HR reporting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Employees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view and remove employee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611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783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Departments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organization into departments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1508760"/>
            <a:ext cx="3611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0" y="1783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Positions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job positions linked to departments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11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Access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user accounts for authorized staff only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80560" y="3794760"/>
            <a:ext cx="3611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4069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Reports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workforce data for decision-making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0" y="3794760"/>
            <a:ext cx="36118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0" y="4069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Changes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development via Git &amp; GitHub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859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59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XAMPP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Apache &amp; MySQL — local development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77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PHP, HTML, CSS &amp; JavaScript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95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295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tracking code changes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640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01300" y="21945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4013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 to store the project online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used alongside this stack to help scaffold files, write PHP/SQL, debug errors, and manage Git commits.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120640" cy="4572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employment-management-system/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└── database.php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login.php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dashboard.php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employees/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departments/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positions/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js/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737360"/>
            <a:ext cx="73152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737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config/database.php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2140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place for the MySQL connection settings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3108960"/>
            <a:ext cx="73152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31089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/ departments / positions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49300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module — keeps CRUD logic organized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4480560"/>
            <a:ext cx="73152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44805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index.php, login.php, dashboard.php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86460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authentication, and main landing page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employment_management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department_id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department_name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828800"/>
            <a:ext cx="26974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position_id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department_id (FK)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828800"/>
            <a:ext cx="26974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employee_id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position_id (FK)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department_id (FK)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64040" y="1828800"/>
            <a:ext cx="2697480" cy="3840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64040" y="1828800"/>
            <a:ext cx="26974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640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user_account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employee_id (FK)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build order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77640" y="28117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756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tools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XAMPP, VS Code, Git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26680" y="281178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8745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0756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project folder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employment-management-system/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0756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database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employment_management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77640" y="51435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206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4074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DB connection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↔ MySQL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26680" y="51435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97680" y="4206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4526280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262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44074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modules in order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→ Departments → Positions → Employees → Users → Reports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4206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8275320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753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44074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to GitHub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local project to a repo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06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82296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19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restricts the system to registered user accounts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0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554480"/>
            <a:ext cx="82296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17190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CRUD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031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 and delete employee records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06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200400"/>
            <a:ext cx="82296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364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 &amp; Positions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49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lookup tables employees are assigned 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320040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06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3200400"/>
            <a:ext cx="82296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3364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&amp; Leave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749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in/out, mark absences, and manage leave requests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06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846320"/>
            <a:ext cx="82296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10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3949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 and generate payslips from position salaries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84632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44506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4846320"/>
            <a:ext cx="82296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5010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53949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payroll cost and attendance summaries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Walkthrough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screen-by-screen look at each module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Authentication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Authentication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to the system. Only administrators or HR staff with valid credentials can sign in — everything else in the app sits behind this screen.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fields with a single Log in action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unauthorized access to employee data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identifies the logged-in role (e.g. admin) shown in the sidebar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Directory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6577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employ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Directory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Employees screen lists every staff member with their department, position, status and hire date, and is the hub for the CRUD operations.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 to quickly filter employees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ID, Name, Email, Status, Department, Position, Hire Date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Selected / Delete Selected act on chosen rows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5376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221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 out to Manage Departments &amp; Manage Positions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Employee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add_employ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Employee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form for onboarding a new staff member, capturing personal details plus their department and position assignment.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name, last name, optional email &amp; phone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date entry (YYYY-MM-DD)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Position selected from dropdowns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2360" y="5376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26680" y="5221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writes a new row into the employee table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Departments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6577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depart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Departments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lookup-table manager. Departments created here populate the dropdowns used on the Employee and Position forms.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department by name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 of existing departments (IT, HR, Finance, Sales, Marketing, Operations)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Selected removes a department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Positions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pos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Positions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extend departments with a job title and a base salary, which Payroll later reads from when generating payslips.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Department + Base salary on one row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is linked to a single department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both the Employee form and the Payroll run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6577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Tracking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is logged per employee with clock-in/out times, and can be marked absent when no time is recorded.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In, Clock Out and Mark Absent actions by Employee ID + date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Worked calculated automatically from time in/out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by Employee, View by Date, or Show All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Requests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le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Requests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Employees' leave requests (annual, sick, unpaid, other) are tracked with start/end dates and an approval workflow.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5236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status: All, Pending, Approved, Rejected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is calculated from the start and end dates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5236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Selected / Reject Selected update the request status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65776" y="1728216"/>
            <a:ext cx="6647688" cy="4244848"/>
          </a:xfrm>
          <a:prstGeom prst="roundRect">
            <a:avLst>
              <a:gd name="adj" fmla="val 862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27000" dist="38100" dir="5400000">
              <a:srgbClr val="44506B">
                <a:alpha val="18000"/>
              </a:srgbClr>
            </a:outerShdw>
          </a:effectLst>
        </p:spPr>
      </p:sp>
      <p:pic>
        <p:nvPicPr>
          <p:cNvPr id="4" name="Image 0" descr="/home/claude/ems_ppt/img/pay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83080"/>
            <a:ext cx="6537960" cy="4135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830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14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 generates a payslip for every active employee for a given period, pulling each employee's base salary from their position.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6758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entered as YYYY-MM, then Run Payroll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42428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Base Salary, Deductions and Net Pay per employee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809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46542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Payslips shows the generated records; skips inactive staff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built-in views over the workforce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703320" cy="2375877"/>
          </a:xfrm>
          <a:prstGeom prst="roundRect">
            <a:avLst>
              <a:gd name="adj" fmla="val 115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pic>
        <p:nvPicPr>
          <p:cNvPr id="5" name="Image 0" descr="/home/claude/ems_ppt/img/report_head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3611880" cy="228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41837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by Department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43400" y="1874520"/>
            <a:ext cx="3703320" cy="2375877"/>
          </a:xfrm>
          <a:prstGeom prst="roundRect">
            <a:avLst>
              <a:gd name="adj" fmla="val 115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pic>
        <p:nvPicPr>
          <p:cNvPr id="8" name="Image 1" descr="/home/claude/ems_ppt/img/report_netp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20240"/>
            <a:ext cx="3611880" cy="228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9120" y="4341837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Pay by Employee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183880" y="1874520"/>
            <a:ext cx="3703320" cy="2375877"/>
          </a:xfrm>
          <a:prstGeom prst="roundRect">
            <a:avLst>
              <a:gd name="adj" fmla="val 115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76200" dist="25400" dir="5400000">
              <a:srgbClr val="44506B">
                <a:alpha val="15000"/>
              </a:srgbClr>
            </a:outerShdw>
          </a:effectLst>
        </p:spPr>
      </p:sp>
      <p:pic>
        <p:nvPicPr>
          <p:cNvPr id="11" name="Image 2" descr="/home/claude/ems_ppt/img/report_attend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3611880" cy="2284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0" y="4341837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Summary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generated from the Reports screen: pick a payroll period and switch between Headcount, Payroll Cost, and Attendance summaries.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with Git &amp; GitHub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23774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changed files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rot="5400000">
            <a:off x="4297680" y="2944368"/>
            <a:ext cx="457200" cy="329184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23774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locally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8229600" y="2944368"/>
            <a:ext cx="457200" cy="329184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0" y="237744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297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project folder is connected to a GitHub repository so that changes can be tracked, backed up, and shared throughout development.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FFF4E5"/>
          </a:solidFill>
          <a:ln w="12700">
            <a:solidFill>
              <a:srgbClr val="E8B1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experience here — e.g. database connection issues, debugging PHP errors, or learning Git workflows.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729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 to build or debug?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 Lesson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differently next time?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46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Tools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276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Claude Code help — and where did you still need to understand the code yourself?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480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Employment Management System successfully organizes employee, department and position data behind a secure login, built on a PHP + MySQL stack and tracked with Git/GitHub throughout development.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48640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06B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0" y="24780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2313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980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8163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attendance 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483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33192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98678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8221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data visualization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4897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43251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 (PDF/Excel)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Management System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206240" cy="42062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2026-09-21T03:01:16Z</dcterms:created>
  <dcterms:modified xsi:type="dcterms:W3CDTF">2026-09-21T03:01:16Z</dcterms:modified>
</cp:coreProperties>
</file>